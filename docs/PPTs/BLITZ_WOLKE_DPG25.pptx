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5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15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8ED51-2A93-43B8-B96A-CD0F5F975C9E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27D6-0D23-4A42-934F-BD07EAEF439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97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8ED51-2A93-43B8-B96A-CD0F5F975C9E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27D6-0D23-4A42-934F-BD07EAEF439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345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8ED51-2A93-43B8-B96A-CD0F5F975C9E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27D6-0D23-4A42-934F-BD07EAEF439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558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8ED51-2A93-43B8-B96A-CD0F5F975C9E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27D6-0D23-4A42-934F-BD07EAEF439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269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8ED51-2A93-43B8-B96A-CD0F5F975C9E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27D6-0D23-4A42-934F-BD07EAEF439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387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8ED51-2A93-43B8-B96A-CD0F5F975C9E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27D6-0D23-4A42-934F-BD07EAEF439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418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8ED51-2A93-43B8-B96A-CD0F5F975C9E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27D6-0D23-4A42-934F-BD07EAEF439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033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8ED51-2A93-43B8-B96A-CD0F5F975C9E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27D6-0D23-4A42-934F-BD07EAEF439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533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8ED51-2A93-43B8-B96A-CD0F5F975C9E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27D6-0D23-4A42-934F-BD07EAEF439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676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8ED51-2A93-43B8-B96A-CD0F5F975C9E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27D6-0D23-4A42-934F-BD07EAEF439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542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8ED51-2A93-43B8-B96A-CD0F5F975C9E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27D6-0D23-4A42-934F-BD07EAEF439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932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48ED51-2A93-43B8-B96A-CD0F5F975C9E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227D6-0D23-4A42-934F-BD07EAEF439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7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218" y="0"/>
            <a:ext cx="11739563" cy="6858000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2417523" y="2078756"/>
            <a:ext cx="1469954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Image Viewer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1401427" y="5425858"/>
            <a:ext cx="899605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Timeline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8684945" y="498188"/>
            <a:ext cx="1669624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600" dirty="0" err="1">
                <a:solidFill>
                  <a:schemeClr val="bg1"/>
                </a:solidFill>
              </a:rPr>
              <a:t>Intensity</a:t>
            </a:r>
            <a:r>
              <a:rPr lang="de-DE" sz="1600" dirty="0">
                <a:solidFill>
                  <a:schemeClr val="bg1"/>
                </a:solidFill>
              </a:rPr>
              <a:t> Profile H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Textfeld 8"/>
          <p:cNvSpPr txBox="1"/>
          <p:nvPr/>
        </p:nvSpPr>
        <p:spPr>
          <a:xfrm rot="16200000">
            <a:off x="-134882" y="3989850"/>
            <a:ext cx="1658403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600" dirty="0" err="1">
                <a:solidFill>
                  <a:schemeClr val="bg1"/>
                </a:solidFill>
              </a:rPr>
              <a:t>Intensity</a:t>
            </a:r>
            <a:r>
              <a:rPr lang="de-DE" sz="1600" dirty="0">
                <a:solidFill>
                  <a:schemeClr val="bg1"/>
                </a:solidFill>
              </a:rPr>
              <a:t> Profile V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Textfeld 9"/>
          <p:cNvSpPr txBox="1"/>
          <p:nvPr/>
        </p:nvSpPr>
        <p:spPr>
          <a:xfrm rot="16200000">
            <a:off x="10660796" y="1033709"/>
            <a:ext cx="839397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LUT + </a:t>
            </a:r>
            <a:br>
              <a:rPr lang="de-DE" sz="1600" dirty="0">
                <a:solidFill>
                  <a:schemeClr val="bg1"/>
                </a:solidFill>
              </a:rPr>
            </a:br>
            <a:r>
              <a:rPr lang="de-DE" sz="1600" dirty="0">
                <a:solidFill>
                  <a:schemeClr val="bg1"/>
                </a:solidFill>
              </a:rPr>
              <a:t>Options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1012521" y="498188"/>
            <a:ext cx="476412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Log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Textfeld 11"/>
          <p:cNvSpPr txBox="1"/>
          <p:nvPr/>
        </p:nvSpPr>
        <p:spPr>
          <a:xfrm>
            <a:off x="1169560" y="6480360"/>
            <a:ext cx="794705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600" dirty="0" err="1">
                <a:solidFill>
                  <a:schemeClr val="bg1"/>
                </a:solidFill>
              </a:rPr>
              <a:t>Fileinfo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Textfeld 12"/>
          <p:cNvSpPr txBox="1"/>
          <p:nvPr/>
        </p:nvSpPr>
        <p:spPr>
          <a:xfrm>
            <a:off x="10070535" y="6488668"/>
            <a:ext cx="1097352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Cursor </a:t>
            </a:r>
            <a:r>
              <a:rPr lang="de-DE" sz="1600" dirty="0" err="1">
                <a:solidFill>
                  <a:schemeClr val="bg1"/>
                </a:solidFill>
              </a:rPr>
              <a:t>info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Textfeld 13"/>
          <p:cNvSpPr txBox="1"/>
          <p:nvPr/>
        </p:nvSpPr>
        <p:spPr>
          <a:xfrm>
            <a:off x="7354867" y="3866740"/>
            <a:ext cx="1393458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600" dirty="0" err="1">
                <a:solidFill>
                  <a:schemeClr val="bg1"/>
                </a:solidFill>
              </a:rPr>
              <a:t>Length</a:t>
            </a:r>
            <a:r>
              <a:rPr lang="de-DE" sz="1600" dirty="0">
                <a:solidFill>
                  <a:schemeClr val="bg1"/>
                </a:solidFill>
              </a:rPr>
              <a:t> / Angle</a:t>
            </a:r>
          </a:p>
          <a:p>
            <a:r>
              <a:rPr lang="de-DE" sz="1600" dirty="0">
                <a:solidFill>
                  <a:schemeClr val="bg1"/>
                </a:solidFill>
              </a:rPr>
              <a:t>Measurement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2228135" y="3635908"/>
            <a:ext cx="1506951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</a:rPr>
              <a:t>Zonal </a:t>
            </a:r>
            <a:r>
              <a:rPr lang="de-DE" sz="1200" dirty="0" err="1">
                <a:solidFill>
                  <a:schemeClr val="bg1"/>
                </a:solidFill>
              </a:rPr>
              <a:t>Intensity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</a:p>
          <a:p>
            <a:r>
              <a:rPr lang="de-DE" sz="1200" dirty="0">
                <a:solidFill>
                  <a:schemeClr val="bg1"/>
                </a:solidFill>
              </a:rPr>
              <a:t>Integration </a:t>
            </a:r>
            <a:r>
              <a:rPr lang="de-DE" sz="1200" dirty="0" err="1">
                <a:solidFill>
                  <a:schemeClr val="bg1"/>
                </a:solidFill>
              </a:rPr>
              <a:t>over</a:t>
            </a:r>
            <a:r>
              <a:rPr lang="de-DE" sz="1200" dirty="0">
                <a:solidFill>
                  <a:schemeClr val="bg1"/>
                </a:solidFill>
              </a:rPr>
              <a:t> time</a:t>
            </a:r>
            <a:endParaRPr lang="en-US" sz="1200" dirty="0">
              <a:solidFill>
                <a:schemeClr val="bg1"/>
              </a:solidFill>
            </a:endParaRPr>
          </a:p>
        </p:txBody>
      </p:sp>
      <p:cxnSp>
        <p:nvCxnSpPr>
          <p:cNvPr id="18" name="Gerade Verbindung mit Pfeil 17"/>
          <p:cNvCxnSpPr/>
          <p:nvPr/>
        </p:nvCxnSpPr>
        <p:spPr>
          <a:xfrm>
            <a:off x="3569214" y="3285245"/>
            <a:ext cx="1622824" cy="27773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/>
          <p:cNvCxnSpPr/>
          <p:nvPr/>
        </p:nvCxnSpPr>
        <p:spPr>
          <a:xfrm flipH="1" flipV="1">
            <a:off x="8987425" y="1434230"/>
            <a:ext cx="12526" cy="17599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/>
          <p:cNvCxnSpPr/>
          <p:nvPr/>
        </p:nvCxnSpPr>
        <p:spPr>
          <a:xfrm flipH="1">
            <a:off x="1566913" y="1854496"/>
            <a:ext cx="3769176" cy="367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6367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B35213ED-EECB-4B37-912A-08D8319CD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925" y="0"/>
            <a:ext cx="11340149" cy="6858000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2248581" y="1609326"/>
            <a:ext cx="1469954" cy="369332"/>
          </a:xfrm>
          <a:prstGeom prst="rect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Image Viewer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1926159" y="5670687"/>
            <a:ext cx="899605" cy="338554"/>
          </a:xfrm>
          <a:prstGeom prst="rect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Timeline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7432249" y="404419"/>
            <a:ext cx="2030299" cy="338554"/>
          </a:xfrm>
          <a:prstGeom prst="rect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Horz. </a:t>
            </a:r>
            <a:r>
              <a:rPr lang="de-DE" sz="1600" dirty="0" err="1">
                <a:solidFill>
                  <a:schemeClr val="bg1"/>
                </a:solidFill>
              </a:rPr>
              <a:t>Intensity</a:t>
            </a:r>
            <a:r>
              <a:rPr lang="de-DE" sz="1600" dirty="0">
                <a:solidFill>
                  <a:schemeClr val="bg1"/>
                </a:solidFill>
              </a:rPr>
              <a:t> Profile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Textfeld 8"/>
          <p:cNvSpPr txBox="1"/>
          <p:nvPr/>
        </p:nvSpPr>
        <p:spPr>
          <a:xfrm>
            <a:off x="496243" y="1609326"/>
            <a:ext cx="1354986" cy="584775"/>
          </a:xfrm>
          <a:prstGeom prst="rect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600" dirty="0" err="1">
                <a:solidFill>
                  <a:schemeClr val="bg1"/>
                </a:solidFill>
              </a:rPr>
              <a:t>Vert</a:t>
            </a:r>
            <a:r>
              <a:rPr lang="de-DE" sz="1600" dirty="0">
                <a:solidFill>
                  <a:schemeClr val="bg1"/>
                </a:solidFill>
              </a:rPr>
              <a:t>. </a:t>
            </a:r>
            <a:r>
              <a:rPr lang="de-DE" sz="1600" dirty="0" err="1">
                <a:solidFill>
                  <a:schemeClr val="bg1"/>
                </a:solidFill>
              </a:rPr>
              <a:t>Intensity</a:t>
            </a:r>
            <a:endParaRPr lang="de-DE" sz="1600" dirty="0">
              <a:solidFill>
                <a:schemeClr val="bg1"/>
              </a:solidFill>
            </a:endParaRPr>
          </a:p>
          <a:p>
            <a:r>
              <a:rPr lang="de-DE" sz="1600" dirty="0">
                <a:solidFill>
                  <a:schemeClr val="bg1"/>
                </a:solidFill>
              </a:rPr>
              <a:t>Profile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Textfeld 9"/>
          <p:cNvSpPr txBox="1"/>
          <p:nvPr/>
        </p:nvSpPr>
        <p:spPr>
          <a:xfrm>
            <a:off x="10751262" y="813492"/>
            <a:ext cx="839397" cy="338554"/>
          </a:xfrm>
          <a:prstGeom prst="rect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Options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1232454" y="235142"/>
            <a:ext cx="476412" cy="338554"/>
          </a:xfrm>
          <a:prstGeom prst="rect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Log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Textfeld 11"/>
          <p:cNvSpPr txBox="1"/>
          <p:nvPr/>
        </p:nvSpPr>
        <p:spPr>
          <a:xfrm>
            <a:off x="2785815" y="6519446"/>
            <a:ext cx="794705" cy="338554"/>
          </a:xfrm>
          <a:prstGeom prst="rect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600" dirty="0" err="1">
                <a:solidFill>
                  <a:schemeClr val="bg1"/>
                </a:solidFill>
              </a:rPr>
              <a:t>Fileinfo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Textfeld 12"/>
          <p:cNvSpPr txBox="1"/>
          <p:nvPr/>
        </p:nvSpPr>
        <p:spPr>
          <a:xfrm>
            <a:off x="9525487" y="6519446"/>
            <a:ext cx="1097352" cy="33855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Cursor </a:t>
            </a:r>
            <a:r>
              <a:rPr lang="de-DE" sz="1600" dirty="0" err="1">
                <a:solidFill>
                  <a:schemeClr val="bg1"/>
                </a:solidFill>
              </a:rPr>
              <a:t>info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Textfeld 13"/>
          <p:cNvSpPr txBox="1"/>
          <p:nvPr/>
        </p:nvSpPr>
        <p:spPr>
          <a:xfrm>
            <a:off x="7481199" y="4159127"/>
            <a:ext cx="1784271" cy="338554"/>
          </a:xfrm>
          <a:prstGeom prst="rect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ROI </a:t>
            </a:r>
            <a:r>
              <a:rPr lang="de-DE" sz="1600" dirty="0" err="1">
                <a:solidFill>
                  <a:schemeClr val="bg1"/>
                </a:solidFill>
              </a:rPr>
              <a:t>Measurements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2375962" y="4439009"/>
            <a:ext cx="1101135" cy="461665"/>
          </a:xfrm>
          <a:prstGeom prst="rect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</a:rPr>
              <a:t>Zonal </a:t>
            </a:r>
            <a:r>
              <a:rPr lang="de-DE" sz="1200" dirty="0" err="1">
                <a:solidFill>
                  <a:schemeClr val="bg1"/>
                </a:solidFill>
              </a:rPr>
              <a:t>Intensity</a:t>
            </a:r>
            <a:endParaRPr lang="de-DE" sz="1200" dirty="0">
              <a:solidFill>
                <a:schemeClr val="bg1"/>
              </a:solidFill>
            </a:endParaRPr>
          </a:p>
          <a:p>
            <a:r>
              <a:rPr lang="de-DE" sz="1200" dirty="0" err="1">
                <a:solidFill>
                  <a:schemeClr val="bg1"/>
                </a:solidFill>
              </a:rPr>
              <a:t>over</a:t>
            </a:r>
            <a:r>
              <a:rPr lang="de-DE" sz="1200" dirty="0">
                <a:solidFill>
                  <a:schemeClr val="bg1"/>
                </a:solidFill>
              </a:rPr>
              <a:t> time</a:t>
            </a:r>
            <a:endParaRPr lang="en-US" sz="1200" dirty="0">
              <a:solidFill>
                <a:schemeClr val="bg1"/>
              </a:solidFill>
            </a:endParaRPr>
          </a:p>
        </p:txBody>
      </p:sp>
      <p:cxnSp>
        <p:nvCxnSpPr>
          <p:cNvPr id="18" name="Gerade Verbindung mit Pfeil 17"/>
          <p:cNvCxnSpPr>
            <a:cxnSpLocks/>
          </p:cNvCxnSpPr>
          <p:nvPr/>
        </p:nvCxnSpPr>
        <p:spPr>
          <a:xfrm flipH="1">
            <a:off x="1365584" y="3302668"/>
            <a:ext cx="1420231" cy="29056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FED25846-A0F8-4DD1-A8D3-951457A2797B}"/>
              </a:ext>
            </a:extLst>
          </p:cNvPr>
          <p:cNvSpPr txBox="1"/>
          <p:nvPr/>
        </p:nvSpPr>
        <p:spPr>
          <a:xfrm>
            <a:off x="11033028" y="3691446"/>
            <a:ext cx="497637" cy="338554"/>
          </a:xfrm>
          <a:prstGeom prst="rect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LUT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0535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Microsoft Office PowerPoint</Application>
  <PresentationFormat>Breitbild</PresentationFormat>
  <Paragraphs>25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</vt:lpstr>
      <vt:lpstr>PowerPoint-Präsentation</vt:lpstr>
      <vt:lpstr>PowerPoint-Präsentation</vt:lpstr>
    </vt:vector>
  </TitlesOfParts>
  <Company>INP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Philipp Mattern</dc:creator>
  <cp:lastModifiedBy>Mattern, Philipp</cp:lastModifiedBy>
  <cp:revision>3</cp:revision>
  <dcterms:created xsi:type="dcterms:W3CDTF">2023-11-09T10:14:56Z</dcterms:created>
  <dcterms:modified xsi:type="dcterms:W3CDTF">2025-03-17T14:07:28Z</dcterms:modified>
</cp:coreProperties>
</file>