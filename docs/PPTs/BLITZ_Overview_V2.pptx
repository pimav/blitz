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3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7A23A-F8C2-4695-9F23-F5C144303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FDB396-DD8E-44A6-B77D-3F332F146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7B8F1-E4CF-4E03-9C35-5D7FCAA7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39BA45-E541-404A-B042-42242D3D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7CED99-35AE-455D-BE0B-AF3120C6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89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F0299-8FAD-4E44-87FB-198796CA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2569A0-C1F8-4ADC-8586-839F3DEE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0113C0-D5F3-49F3-835B-EABDA850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C5C585-03ED-4342-B21F-28D3EB6B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37DE13-8F84-4AEC-8CA1-C4DCCCE0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18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E6569-61D8-4025-BB59-8E07A818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43678D-E09B-4120-948A-C225BDEB6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103996-A19D-4151-88A6-8425FABF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63E72F-2B8F-4452-9841-568D039B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D0EE1-EE87-413D-9B80-9F98536A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7291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CC66F-F3A5-47B0-9586-E4EFE971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CF4556-E274-4266-8459-327685D2C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F1AF41-AE5D-4F3E-A1F4-13C4A9251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2D50FA-5F4D-4A35-AE3E-557DD6CD8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7B6A3E-6805-4939-8642-3D57EDE3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9FE05F-B183-4CA7-816E-CAC7C43D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44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7B1EF-37BB-4F79-9842-939403E1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A202E-E01C-4B86-BF4C-C34278F47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457927-9DE1-45EA-BFAF-C4CB3DD99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46961F8-8CD6-4E4B-8392-6FD6CDD5E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77B70E7-8C77-47D4-A5A4-E0289F9DF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011E279-8DF5-4339-A913-41E3D87D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50AB14-920A-47FC-B17E-324C1173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B7D4008-FDE2-4684-BF2A-BF5212C9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757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062562-E480-4086-BA57-C401FA91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6D5ECBA-4086-4967-AFDA-A209E03F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B6B516-5890-4081-A7D1-F1D845BA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209C-F607-4A3D-AF9D-51A47C2E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547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7312D13-B6DD-4CEE-9F77-29292F8E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FAD888-E6ED-4077-BE25-98B587B8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5C409C-3D32-45C3-B733-91FEAFEB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639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B3403-9467-4A5C-B95E-EE22E8BD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0353A0-A59D-482C-91CE-12770E1A0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8F0D1A-94FD-4D8D-B646-6665975D0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368D38-6B77-4200-A1D8-5F6C5192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344644E-5A64-4268-AAF7-C08EF426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E73C46-1BC5-4D5E-BFB0-35D6CC99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15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A2E414-9EDA-4001-A4AA-33F390F7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30EF8F-5BAD-4F53-82DB-AA182109B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852907-E5B1-4458-A54D-CA782F064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3A8B34-7B9E-4BB1-817A-E508A228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E59169-1DDE-465A-B197-EADDA41A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5CA7AC-38BC-4032-872E-86972181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157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7EBE80-F3F1-4E4F-B386-C73A493D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E74234-18D6-4F62-A84A-F7462DD1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A95406-8B21-4D2A-8668-EF76A7F1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6388C-5CEE-4203-86C2-27B2078C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FD6A9-762D-4BD3-AAB4-00E38CCD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625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7FBF84C-9D2C-43E1-9373-5FFAB1C65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411D07-8FEF-42C5-9B80-A4B01816D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0A8A5C-D091-47AB-BD2E-8EE4DE2E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8FCD63-0EAD-4D15-82F7-E427675A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A6528A-651C-4029-A57D-AA15E557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56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BC7C48-4C1F-47D4-8CA9-C0868818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118F14-C85C-4D0D-8807-904928D42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F61AFF-F126-43F4-B6DF-E39DC8D4C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D9122-30BE-44CE-A395-B9AD8140309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1B619C-7597-424E-9D6E-2C400B70A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20C995-7EF3-4C40-80C2-F521C35FA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BA448-FDF6-40DD-8F6A-2E121DA905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09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8ECBB46-A09E-4084-8F49-401A4A19A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80"/>
            <a:ext cx="12192000" cy="679283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06F8C6D-F1D0-4BA9-9801-CE196A8B8831}"/>
              </a:ext>
            </a:extLst>
          </p:cNvPr>
          <p:cNvSpPr txBox="1"/>
          <p:nvPr/>
        </p:nvSpPr>
        <p:spPr>
          <a:xfrm>
            <a:off x="6826738" y="3614617"/>
            <a:ext cx="1027724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Measure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4120728-3B0B-4295-8F79-7A4E8256BD72}"/>
              </a:ext>
            </a:extLst>
          </p:cNvPr>
          <p:cNvSpPr txBox="1"/>
          <p:nvPr/>
        </p:nvSpPr>
        <p:spPr>
          <a:xfrm>
            <a:off x="9526954" y="70340"/>
            <a:ext cx="186787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Image </a:t>
            </a:r>
            <a:r>
              <a:rPr lang="de-DE" dirty="0" err="1">
                <a:solidFill>
                  <a:schemeClr val="bg1"/>
                </a:solidFill>
              </a:rPr>
              <a:t>Operations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56AADB6-D264-4FE4-98A9-5648F613C3E3}"/>
              </a:ext>
            </a:extLst>
          </p:cNvPr>
          <p:cNvSpPr txBox="1"/>
          <p:nvPr/>
        </p:nvSpPr>
        <p:spPr>
          <a:xfrm>
            <a:off x="4802554" y="597878"/>
            <a:ext cx="1867878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Intensity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Profiles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3282A97-C4E2-4B73-88AB-BB98069FB348}"/>
              </a:ext>
            </a:extLst>
          </p:cNvPr>
          <p:cNvCxnSpPr/>
          <p:nvPr/>
        </p:nvCxnSpPr>
        <p:spPr>
          <a:xfrm flipH="1" flipV="1">
            <a:off x="6717323" y="1043354"/>
            <a:ext cx="1676400" cy="21375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650F1003-5271-49E8-858D-CCE1A5FEC474}"/>
              </a:ext>
            </a:extLst>
          </p:cNvPr>
          <p:cNvSpPr txBox="1"/>
          <p:nvPr/>
        </p:nvSpPr>
        <p:spPr>
          <a:xfrm>
            <a:off x="324339" y="5392617"/>
            <a:ext cx="1000369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Timeline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8F66146-EE38-4536-9E8F-9A1530F32EAD}"/>
              </a:ext>
            </a:extLst>
          </p:cNvPr>
          <p:cNvSpPr txBox="1"/>
          <p:nvPr/>
        </p:nvSpPr>
        <p:spPr>
          <a:xfrm>
            <a:off x="2457940" y="3476117"/>
            <a:ext cx="1000369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Zonal </a:t>
            </a:r>
            <a:r>
              <a:rPr lang="de-DE" dirty="0" err="1">
                <a:solidFill>
                  <a:schemeClr val="bg1"/>
                </a:solidFill>
              </a:rPr>
              <a:t>Intensity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C05C6E7-C1DA-4314-851E-B973BE41C538}"/>
              </a:ext>
            </a:extLst>
          </p:cNvPr>
          <p:cNvCxnSpPr>
            <a:cxnSpLocks/>
          </p:cNvCxnSpPr>
          <p:nvPr/>
        </p:nvCxnSpPr>
        <p:spPr>
          <a:xfrm>
            <a:off x="3778738" y="3476117"/>
            <a:ext cx="313594" cy="22858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8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Mattern, Philipp</dc:creator>
  <cp:lastModifiedBy>Mattern, Philipp</cp:lastModifiedBy>
  <cp:revision>1</cp:revision>
  <dcterms:created xsi:type="dcterms:W3CDTF">2026-02-23T13:52:46Z</dcterms:created>
  <dcterms:modified xsi:type="dcterms:W3CDTF">2026-02-23T13:53:07Z</dcterms:modified>
</cp:coreProperties>
</file>